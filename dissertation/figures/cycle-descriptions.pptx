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F18B-885E-6025-1198-38D425D16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9D907-F75B-D49A-9A9F-C86A7AC97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5C73C-0C02-61EA-A74A-F4012F50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F3D0B-69D2-C3F8-901E-5CB7CA0B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E252-FED5-DC58-5221-8AEC112D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0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FEC9-05E0-862E-5C1F-E6ECE9F6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9DD4A-F08C-749B-EBF3-1715CDB0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CED9D-71CF-2AB6-6B0F-63235A8F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A616F-DA4B-6BFE-965B-CA3A4A2A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7F2C0-29B9-716C-3834-7CE69AF3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42C4-7F07-FB99-9BDC-66854A7A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DF64C-438D-5D8E-FB03-296F0A14A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E5571-BAC7-8A11-79A5-9E9E1274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C6154-32D7-24EF-05A3-D8C0A825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F174F-AD99-0669-F1D4-A3A93DD5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6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E434-D96D-B830-A929-ED93FBA4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50EA1-6695-5A79-6F84-C2180264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DEDF3-830C-3B83-D663-A230F9CAF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1A76F-D5C1-5111-4438-279AB2F1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3B2FD-0AAB-28F0-8728-023ACC53A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48B51-DB86-097E-7208-4384C0C4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9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6E93-B619-1FE2-78F7-438085D6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B1FDF-4A87-D417-D775-776CFE2CD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B8DE9-D60F-A5B8-0A92-1CF18FE2C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831E6-19F8-F4A9-669A-5E1E7AD5E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890F9-C507-AD66-D86C-57D11472B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4AF5F-BC63-1EA2-96DB-74070E7B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C064C7-AA48-4C2E-00A5-DF016C3E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ABD3E-47FE-7942-2FB0-21E10A4E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4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4023-58D8-ED6B-9DB0-19F52329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14052-BA2C-103B-A690-2C1A1C5F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05BF0-FD44-B4E0-C13D-58C60200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6EB1B-408E-4F84-E047-C593C2E3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3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D018A-981A-0D34-4E76-9192AE80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835AF-63D7-01CC-5289-CDCE7109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BBD49-7F85-2B2C-2C0F-0E12B7D6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3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42B4-03E5-71B6-33EE-D9EB2F6B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2DEB-9CC0-BCFC-AC23-F2E904403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FCEA4-3653-2E63-DEC7-700338616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1CCC3-A639-A5E5-A5B1-A7E34869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634D3-7F89-EC55-3256-6497F313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6D209-1E4C-2FE8-109B-3FF63C51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FA7E-8F7C-5C8E-1A23-8A7F3FE9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E431B-8C54-DE80-5869-65D26146C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EE90B-0366-C58D-D902-DE2A5828A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8C7DE-BDC9-6473-C196-443F94AF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20B7E-EC87-DAB6-EAD0-63A505D4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382E9-0383-3785-AC20-0953BA1F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0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B795-F348-DF51-A83D-63EF8899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C6BEC-9864-3A51-3593-257AC4E81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0542D-45E5-6266-6E94-9DDE53C48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B405F-D5FC-3DEB-34DD-B1FF4C81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A723-DB4C-9B47-F955-BE99E8DA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3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539E9-DBAE-5498-6C4B-210DB2382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BB8E9-1E98-69CE-1EAF-A7AFAFD41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D69CB-4796-0E32-48A8-799F019F3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D7E99-6F14-6F88-7DA4-B254E35E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9373-992C-DF86-8FB0-5E5EAEDF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1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9D102-61E9-8B40-4895-7D854DCB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A8064-3155-938F-DB11-52DB4C6F6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B0B9A-F689-77C5-71B4-2F2A77FDB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905FC-0FDD-46F1-8BE8-1C4363841F4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9BD21-106E-102C-97CF-635F1A855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227E-E392-C739-3C05-55CD4508D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56B32-2DF2-4239-A1C8-0BEE3CB94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7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5C4FB0-9D92-21D7-12DF-2D0AF083C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790722"/>
              </p:ext>
            </p:extLst>
          </p:nvPr>
        </p:nvGraphicFramePr>
        <p:xfrm>
          <a:off x="838200" y="637540"/>
          <a:ext cx="10515600" cy="5582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8493728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418693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113048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69537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002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7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Cycle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Interviews: Identifying challenges in job seeking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Workshop: Participants created paper prototypes on sticky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Researcher analyzed paper prototypes and created ppt prototype to integrate ideas from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See chapter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20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Cycle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Walkthroughs: 1-on-1 walkthroughs of ppt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Participants annotated paper prototypes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Researcher developed HTML working artefact integrating feedback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See chapter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70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Cycle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Walkthroughs: 1-on-1 with HTML artefact.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Researcher integrated suggestions into HTML 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Two-week deployment; 10 participants used. Final walkthrough to evaluate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See chapters 6&amp;7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931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84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Melissa Densmore</dc:creator>
  <cp:lastModifiedBy>Melissa Densmore</cp:lastModifiedBy>
  <cp:revision>1</cp:revision>
  <dcterms:created xsi:type="dcterms:W3CDTF">2026-05-21T10:16:35Z</dcterms:created>
  <dcterms:modified xsi:type="dcterms:W3CDTF">2026-05-21T10:28:22Z</dcterms:modified>
</cp:coreProperties>
</file>